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ユーザー駆動型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Salesforceレポート導入戦略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「レポートをマスターする」から「業務のためにデータを使う」へ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28600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Manabie ERP | 276オブジェクト・2,594項目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2026年3月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なぜレポートは難しいのか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164592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51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ユーザーが求めているのは「レポートの作り方」ではなく「業務のためのデータ集計・可視化」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828800"/>
            <a:ext cx="54864" cy="6858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初回レポート作成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2148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どのレポートタイプから始めればいいか分からない。オブジェクトリレーションとレポートタイプの概念が結びつかない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2606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606040"/>
            <a:ext cx="54864" cy="6858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不明点が出たとき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バケット行・クロス集計・数式の違いが分からない。マニュアルの記述が抽象的で業務シナリオと繋がらない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383280"/>
            <a:ext cx="54864" cy="6858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複雑な出力の実現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カスタムレポートタイプと結合レポートの使い分けが不明。「縦の結合」と「横の比較」の概念整理がない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4160520"/>
            <a:ext cx="54864" cy="6858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SF固有機能の壁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4480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PREVGROUPVAL等の数式、レポートフィルタロジックの理解に時間がかかる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戦略フレームワーク：4つのフェーズ × ユーザージャーニー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228600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1965960" cy="2377440"/>
          </a:xfrm>
          <a:prstGeom prst="rect">
            <a:avLst/>
          </a:prstGeom>
          <a:solidFill>
            <a:srgbClr val="1A8A7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234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学ぶ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業務シナリオ型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マニュアル + トレーニング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0574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97480" y="1051560"/>
            <a:ext cx="1965960" cy="23774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34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748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6974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聞く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834640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自然言語Q&amp;A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574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846320" y="1051560"/>
            <a:ext cx="1965960" cy="2377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23444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4632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8463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見せる→作る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983480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ゴールシーク型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CSV→設定手順生成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05740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95160" y="1051560"/>
            <a:ext cx="1965960" cy="23774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23444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95160" y="1783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99516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</a:t>
            </a:r>
            <a:endParaRPr lang="en-US" sz="1800" dirty="0"/>
          </a:p>
        </p:txBody>
      </p:sp>
      <p:sp>
        <p:nvSpPr>
          <p:cNvPr id="29" name="Text 20"/>
          <p:cNvSpPr/>
          <p:nvPr/>
        </p:nvSpPr>
        <p:spPr>
          <a:xfrm>
            <a:off x="7132320" y="2468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レポート自動生成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API連携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548640" y="3657600"/>
            <a:ext cx="393192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4300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基盤：データモデル可視化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1143000" y="4069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276オブジェクトのLookup関係をインタラクティブマップで探索。全フェーズの共通基盤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4663440" y="3657600"/>
            <a:ext cx="393192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79476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5780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基盤：テーブル定義JSON化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5257800" y="4069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Excel→JSON変換でAI知識ベース・マッチング辞書・メタデータ参照を一元化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1：学ぶ — 業務シナリオ型マニュアル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原則：SF機能別ではなく「こんなことがしたい」起点でマニュアルを再構成する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シナリオカタログ（Manabie ERPデータモデル基準）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業務領域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代表シナリオ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請求・決済（67obj）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未収金一覧、月別売上マトリクス、支払方法別入金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授業・レッスン（44obj）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講師別授業実績、校舎×科目受講生数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成績・試験（31obj）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生徒別成績推移、学年×科目平均点比較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スタッフ勤怠（19obj）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講師別勤務時間集計、有休残高一覧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入退塾管理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月別入退塾推移、在籍率ダッシュボード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84632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SF固有概念 → 業務言葉への翻訳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01168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SF機能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業務言葉での説明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8A7D"/>
                          </a:solidFill>
                        </a:rPr>
                        <a:t>カスタムレポートタイプ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複数テーブルを結合して見る設計図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8A7D"/>
                          </a:solidFill>
                        </a:rPr>
                        <a:t>結合レポート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異なる角度のデータを横並び比較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8A7D"/>
                          </a:solidFill>
                        </a:rPr>
                        <a:t>バケット行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行データを分類して小計を出す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8A7D"/>
                          </a:solidFill>
                        </a:rPr>
                        <a:t>クロス集計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行データを列に展開（ピボット）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8A7D"/>
                          </a:solidFill>
                        </a:rPr>
                        <a:t>レポート数式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レポート上で計算列を追加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069080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選択基準：カスタムレポートタイプ＝「縦の結合」（リレーションで繋がるデータを一枚に）、結合レポート＝「横の比較」（独立したデータを並べて比較）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2：聞く — AIチャットボット（レポートQ&amp;A）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828800" cy="1188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08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ユーザー質問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Bot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/Experience Cloud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92024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51760" y="1417320"/>
            <a:ext cx="1828800" cy="1188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5087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RAG検索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74320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テーブル定義JSON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+シナリオDB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2024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54880" y="1417320"/>
            <a:ext cx="1828800" cy="1188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0876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8463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コンテキスト注入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手順推論</a:t>
            </a:r>
            <a:endParaRPr lang="en-US" sz="8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92024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858000" y="1417320"/>
            <a:ext cx="1828800" cy="1188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50876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5800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回答生成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手順+スクリーンショット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+関連シナリオ提案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回答パターン例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731520" y="32461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A7D"/>
                </a:solidFill>
              </a:rPr>
              <a:t>Q: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「生徒ごとの未収金を確認したい」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A: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Invoice(請求書)とPayment(入金)オブジェクトを結合したレポートで実現できます。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① カスタムレポートタイプ「Invoice with Payment」の有無を確認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② レポート新規作成 → フィルタ:ステータス≠入金済 → グループ:生徒名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③ 数式でPOWER(ABS(請求額-入金額))を追加し差額を表示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8A7D"/>
                </a:solidFill>
              </a:rPr>
              <a:t>  → 関連: 未収金の督促フローも併せて設定しませんか？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3：見せる→作る — ゴールシーク型設定支援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発想の転換：完成形を先に見せて、そこに到達するための設定手順を逆算する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691640" cy="21031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373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16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アップロード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8803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完成形の表を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Excel/CSVで提示</a:t>
            </a:r>
            <a:endParaRPr lang="en-US" sz="8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560320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23160" y="1691640"/>
            <a:ext cx="1691640" cy="21031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423160" y="17373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0116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6888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ヘッダー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468880" y="28803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列名を2,594項目の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データ辞書と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自動マッチング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56032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297680" y="1691640"/>
            <a:ext cx="1691640" cy="21031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297680" y="17373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01168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34340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集計パターン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343400" y="28803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小計行→バケット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マトリクス→クロス集計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計算列→数式</a:t>
            </a:r>
            <a:endParaRPr lang="en-US" sz="8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560320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172200" y="1691640"/>
            <a:ext cx="1691640" cy="21031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6172200" y="17373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01168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1792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設定手順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6217920" y="28803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ステップバイステップの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レポート設定手順を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自動出力</a:t>
            </a:r>
            <a:endParaRPr lang="en-US" sz="8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2560320"/>
            <a:ext cx="164592" cy="16459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680960" y="1691640"/>
            <a:ext cx="1280160" cy="21031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7680960" y="1737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1020" y="201168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726680" y="2423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7726680" y="28803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「この列はバケットより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数式が効率的」等の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改善提案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548640" y="3977640"/>
            <a:ext cx="54864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29"/>
          <p:cNvSpPr/>
          <p:nvPr/>
        </p:nvSpPr>
        <p:spPr>
          <a:xfrm>
            <a:off x="777240" y="4023360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技術実装: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React（CSV Upload + Preview）→ Claude API（テーブル定義JSONをコンテキスト注入し、ヘッダーマッチング + 集計パターン推論）→ 手順書Markdown生成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4：自動化 — レポート自動生成パイプライン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KPI設計 → Report XML → Dashboard XML → SF CLI Deploy → 管理表自動追記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840480" cy="2286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パイプライン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① KPI定義（YAML/JSON）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    指標名・対象Obj・フィルタ・集計軸・表示形式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② Claude CodeがReport Metadata XML生成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    テーブル定義JSONを参照し&lt;Report&gt;タグ構築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③ Dashboard Metadata XML生成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④ sf project deploy startでSandboxにデプロイ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⑤ PR作成→Claude Code Actionがレビュー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114800" cy="22860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Center統合の効果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追記型管理表への自動記録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config-changelog.md にレポート変更も自動記録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カテゴリA完全自動管理対象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Report/DashboardメタデータはSource Tracking対応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テスト影響の自動検知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参照先オブジェクト/項目の存在確認を自動実行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</a:rPr>
              <a:t>移送チェックリスト自動追記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依存関係付きで移送順序を自動付番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実装ロードマップ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64592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60120"/>
            <a:ext cx="1188720" cy="64008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4520" y="960120"/>
            <a:ext cx="6812280" cy="6400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005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基盤構築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005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テーブル定義Excel→JSON変換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データモデル可視化PoC（React+D3.js）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1188720" cy="64008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74520" y="1737360"/>
            <a:ext cx="68122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業務シナリオ型マニュアル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請求・決済領域（67obj）から着手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全5ドメインのシナリオカタログ作成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514600"/>
            <a:ext cx="1188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7-12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74520" y="2514600"/>
            <a:ext cx="6812280" cy="6400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560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RAG構築（テーブル定義+シナリオDB）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Bot実装（Claude API）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8872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13-18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3291840"/>
            <a:ext cx="68122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1168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ゴールシーク型設定支援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CSV解析+手順生成Web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APIとの連携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118872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389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19-26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74520" y="4069080"/>
            <a:ext cx="6812280" cy="6400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01168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レポート自動生成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API連携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Center統合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成功指標とフィードバックループ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201168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現状（想定）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レポート作成時間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2〜3時間/件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8A7D"/>
                          </a:solidFill>
                        </a:rPr>
                        <a:t>30分以内/件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レポート関連の問い合わせ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週5〜10件/チーム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8A7D"/>
                          </a:solidFill>
                        </a:rPr>
                        <a:t>80%削減（Bot自己解決）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レポート自作率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全体の20%程度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8A7D"/>
                          </a:solidFill>
                        </a:rPr>
                        <a:t>70%以上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ダッシュボード活用率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一部の管理者のみ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8A7D"/>
                          </a:solidFill>
                        </a:rPr>
                        <a:t>全校舎管理者が週1回以上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フィードバックループ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3429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AIチャットボットの質問ログ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「ユーザーが本当に得たいデータ」の宝庫 → 新規シナリオ・ダッシュボードの企画に直結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ゴールシーク型のCSVアップロード履歴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レポートニーズの定量把握 → Phase 4の自動生成テンプレートに反映 → 管理者は問い合わせゼロで需要を把握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Manabie ERP | ユーザー駆動型レポート導入戦略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コスト・技術戦略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645920" cy="0"/>
          </a:xfrm>
          <a:prstGeom prst="line">
            <a:avLst/>
          </a:prstGeom>
          <a:noFill/>
          <a:ln w="254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原則：既存サブスクリプションを最大限活用、無料ティア先行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1887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レイヤー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技術スタック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コスト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備考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LLMバックエンド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Claude API（既存Pro契約）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既存契約内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Sonnet活用でコスト最適化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ベクトルDB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Chroma DB / Zilliz 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無料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ローカル or Free Tier先行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フロントエンド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React + D3.js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OSS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静的ホスティング可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Bot基盤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Slack API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既存環境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既存Slack Workspace活用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CI/CD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GitHub Actions + SF CLI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既存環境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DevOps Center統合済み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データ管理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テーブル定義JSON + Git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8A7D"/>
                          </a:solidFill>
                        </a:rPr>
                        <a:t>追記型管理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パッケージ更新時の差分管理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886200"/>
            <a:ext cx="7269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エンタープライズ制約への対応: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Google Workspace Enterprise（GCPプロジェクト作成不可）の制約を考慮し、Apps Script・iCalフィード等で回避。セキュリティとしてAI Botには実データを渡さず、テーブル定義+シナリオテンプレートのみを知識ベースとする。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ユーザー駆動型 Salesforceレポート導入戦略</dc:title>
  <dc:subject>PptxGenJS Presentation</dc:subject>
  <dc:creator>Kohei</dc:creator>
  <cp:lastModifiedBy>Kohei</cp:lastModifiedBy>
  <cp:revision>1</cp:revision>
  <dcterms:created xsi:type="dcterms:W3CDTF">2026-03-12T20:31:00Z</dcterms:created>
  <dcterms:modified xsi:type="dcterms:W3CDTF">2026-03-12T20:31:00Z</dcterms:modified>
</cp:coreProperties>
</file>